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5143500"/>
  <p:notesSz cx="7559675" cy="10691813"/>
  <p:embeddedFontLst>
    <p:embeddedFont>
      <p:font typeface="Open Sans"/>
    </p:embeddedFont>
    <p:embeddedFont>
      <p:font typeface="Noto Sans"/>
    </p:embeddedFont>
    <p:embeddedFont>
      <p:font typeface="Economica"/>
    </p:embeddedFont>
    <p:embeddedFont>
      <p:font typeface="Noto Sans CJK SC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uk" sz="1000" b="0" u="none" strike="noStrike">
                <a:solidFill>
                  <a:schemeClr val="dk1"/>
                </a:solidFill>
                <a:effectLst/>
                <a:uFillTx/>
                <a:latin typeface="Economica"/>
                <a:ea typeface="Economic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83EEBFF-5A5F-4622-8969-04EFB723C07C}" type="slidenum">
              <a:rPr lang="uk" sz="1000" b="0" u="none" strike="noStrike">
                <a:solidFill>
                  <a:schemeClr val="dk1"/>
                </a:solidFill>
                <a:effectLst/>
                <a:uFillTx/>
                <a:latin typeface="Economica"/>
                <a:ea typeface="Economica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6;p3"/>
          <p:cNvSpPr/>
          <p:nvPr/>
        </p:nvSpPr>
        <p:spPr>
          <a:xfrm flipH="1">
            <a:off x="7594560" y="460080"/>
            <a:ext cx="1080360" cy="1123560"/>
          </a:xfrm>
          <a:custGeom>
            <a:avLst/>
            <a:gdLst>
              <a:gd name="textAreaLeft" fmla="*/ 720 w 1080360"/>
              <a:gd name="textAreaRight" fmla="*/ 1082520 w 1080360"/>
              <a:gd name="textAreaTop" fmla="*/ 0 h 1123560"/>
              <a:gd name="textAreaBottom" fmla="*/ 1125000 h 1123560"/>
            </a:gdLst>
            <a:ahLst/>
            <a:cxnLst/>
            <a:rect l="textAreaLeft" t="textAreaTop" r="textAreaRight" b="textAreaBottom"/>
            <a:pathLst>
              <a:path w="43265" h="44998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>
            <a:solidFill>
              <a:srgbClr val="CCA677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Google Shape;17;p3"/>
          <p:cNvSpPr/>
          <p:nvPr/>
        </p:nvSpPr>
        <p:spPr>
          <a:xfrm flipH="1" rot="10800000">
            <a:off x="466200" y="3559680"/>
            <a:ext cx="1080360" cy="1123560"/>
          </a:xfrm>
          <a:custGeom>
            <a:avLst/>
            <a:gdLst>
              <a:gd name="textAreaLeft" fmla="*/ 720 w 1080360"/>
              <a:gd name="textAreaRight" fmla="*/ 1082520 w 1080360"/>
              <a:gd name="textAreaTop" fmla="*/ 0 h 1123560"/>
              <a:gd name="textAreaBottom" fmla="*/ 1125000 h 1123560"/>
            </a:gdLst>
            <a:ahLst/>
            <a:cxnLst/>
            <a:rect l="textAreaLeft" t="textAreaTop" r="textAreaRight" b="textAreaBottom"/>
            <a:pathLst>
              <a:path w="43265" h="44998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>
            <a:solidFill>
              <a:srgbClr val="CCA677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773640" y="1806480"/>
            <a:ext cx="7595280" cy="1529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4200" b="0" u="none" strike="noStrike">
                <a:solidFill>
                  <a:schemeClr val="dk1"/>
                </a:solidFill>
                <a:effectLst/>
                <a:uFillTx/>
                <a:latin typeface="Economica"/>
                <a:ea typeface="Economica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4200" b="0" u="none" strike="noStrike">
                <a:solidFill>
                  <a:schemeClr val="dk1"/>
                </a:solidFill>
                <a:effectLst/>
                <a:uFillTx/>
                <a:latin typeface="Economica"/>
                <a:ea typeface="Economica"/>
              </a:rPr>
              <a:t>Образец заголовка</a:t>
            </a:r>
            <a:endParaRPr lang="ru-RU" sz="4200" b="0" u="none" strike="noStrike">
              <a:solidFill>
                <a:schemeClr val="dk1"/>
              </a:solidFill>
              <a:effectLst/>
              <a:uFillTx/>
              <a:latin typeface="Economica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uk" sz="1000" b="0" u="none" strike="noStrike">
                <a:solidFill>
                  <a:schemeClr val="dk1"/>
                </a:solidFill>
                <a:effectLst/>
                <a:uFillTx/>
                <a:latin typeface="Economica"/>
                <a:ea typeface="Economic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F775AD8-9993-4A81-997A-1C1FA28ABF82}" type="slidenum">
              <a:rPr lang="uk" sz="1000" b="0" u="none" strike="noStrike">
                <a:solidFill>
                  <a:schemeClr val="dk1"/>
                </a:solidFill>
                <a:effectLst/>
                <a:uFillTx/>
                <a:latin typeface="Economica"/>
                <a:ea typeface="Economica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21;p4"/>
          <p:cNvSpPr/>
          <p:nvPr/>
        </p:nvSpPr>
        <p:spPr>
          <a:xfrm>
            <a:off x="0" y="5045760"/>
            <a:ext cx="9142560" cy="964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8240" rIns="90000" bIns="4824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311760" y="316080"/>
            <a:ext cx="8519040" cy="829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4200" b="0" u="none" strike="noStrike">
                <a:solidFill>
                  <a:schemeClr val="dk1"/>
                </a:solidFill>
                <a:effectLst/>
                <a:uFillTx/>
                <a:latin typeface="Economica"/>
                <a:ea typeface="Economica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4200" b="0" u="none" strike="noStrike">
                <a:solidFill>
                  <a:schemeClr val="dk1"/>
                </a:solidFill>
                <a:effectLst/>
                <a:uFillTx/>
                <a:latin typeface="Economica"/>
                <a:ea typeface="Economica"/>
              </a:rPr>
              <a:t>Образец заголовка</a:t>
            </a:r>
            <a:endParaRPr lang="ru-RU" sz="4200" b="0" u="none" strike="noStrike">
              <a:solidFill>
                <a:schemeClr val="dk1"/>
              </a:solidFill>
              <a:effectLst/>
              <a:uFillTx/>
              <a:latin typeface="Economica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311760" y="1225080"/>
            <a:ext cx="8519040" cy="3352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algn="l">
              <a:lnSpc>
                <a:spcPct val="115000"/>
              </a:lnSpc>
              <a:buClr>
                <a:srgbClr val="000000"/>
              </a:buClr>
              <a:buFont typeface="Open Sans"/>
              <a:buChar char="●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</a:defRPr>
            </a:lvl1pPr>
          </a:lstStyle>
          <a:p>
            <a:pPr marL="457200" indent="-343080" algn="l">
              <a:lnSpc>
                <a:spcPct val="115000"/>
              </a:lnSpc>
              <a:buClr>
                <a:srgbClr val="000000"/>
              </a:buClr>
              <a:buFont typeface="Open Sans"/>
              <a:buChar char="●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Образец текста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uk" sz="1000" b="0" u="none" strike="noStrike">
                <a:solidFill>
                  <a:schemeClr val="dk1"/>
                </a:solidFill>
                <a:effectLst/>
                <a:uFillTx/>
                <a:latin typeface="Economica"/>
                <a:ea typeface="Economic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5D172CB-A656-4919-AE97-315BD140DDB7}" type="slidenum">
              <a:rPr lang="uk" sz="1000" b="0" u="none" strike="noStrike">
                <a:solidFill>
                  <a:schemeClr val="dk1"/>
                </a:solidFill>
                <a:effectLst/>
                <a:uFillTx/>
                <a:latin typeface="Economica"/>
                <a:ea typeface="Economica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311760" y="316080"/>
            <a:ext cx="8519040" cy="829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4200" b="0" u="none" strike="noStrike">
                <a:solidFill>
                  <a:schemeClr val="dk1"/>
                </a:solidFill>
                <a:effectLst/>
                <a:uFillTx/>
                <a:latin typeface="Economica"/>
                <a:ea typeface="Economica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4200" b="0" u="none" strike="noStrike">
                <a:solidFill>
                  <a:schemeClr val="dk1"/>
                </a:solidFill>
                <a:effectLst/>
                <a:uFillTx/>
                <a:latin typeface="Economica"/>
                <a:ea typeface="Economica"/>
              </a:rPr>
              <a:t>Образец заголовка</a:t>
            </a:r>
            <a:endParaRPr lang="ru-RU" sz="4200" b="0" u="none" strike="noStrike">
              <a:solidFill>
                <a:schemeClr val="dk1"/>
              </a:solidFill>
              <a:effectLst/>
              <a:uFillTx/>
              <a:latin typeface="Economica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311760" y="1225080"/>
            <a:ext cx="3998520" cy="3352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algn="l">
              <a:lnSpc>
                <a:spcPct val="115000"/>
              </a:lnSpc>
              <a:buClr>
                <a:srgbClr val="000000"/>
              </a:buClr>
              <a:buFont typeface="Open Sans"/>
              <a:buChar char="●"/>
              <a:defRPr lang="ru-RU" sz="1400" b="0" u="none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</a:defRPr>
            </a:lvl1pPr>
          </a:lstStyle>
          <a:p>
            <a:pPr marL="457200" indent="-317520" algn="l">
              <a:lnSpc>
                <a:spcPct val="115000"/>
              </a:lnSpc>
              <a:buClr>
                <a:srgbClr val="000000"/>
              </a:buClr>
              <a:buFont typeface="Open Sans"/>
              <a:buChar char="●"/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Образец текста</a:t>
            </a:r>
            <a:endParaRPr lang="ru-RU" sz="14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4832280" y="1225080"/>
            <a:ext cx="3998520" cy="3352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algn="l">
              <a:lnSpc>
                <a:spcPct val="115000"/>
              </a:lnSpc>
              <a:buClr>
                <a:srgbClr val="000000"/>
              </a:buClr>
              <a:buFont typeface="Open Sans"/>
              <a:buChar char="●"/>
              <a:defRPr lang="ru-RU" sz="1400" b="0" u="none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</a:defRPr>
            </a:lvl1pPr>
          </a:lstStyle>
          <a:p>
            <a:pPr marL="457200" indent="-317520" algn="l">
              <a:lnSpc>
                <a:spcPct val="115000"/>
              </a:lnSpc>
              <a:buClr>
                <a:srgbClr val="000000"/>
              </a:buClr>
              <a:buFont typeface="Open Sans"/>
              <a:buChar char="●"/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Образец текста</a:t>
            </a:r>
            <a:endParaRPr lang="ru-RU" sz="14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uk" sz="1000" b="0" u="none" strike="noStrike">
                <a:solidFill>
                  <a:schemeClr val="dk1"/>
                </a:solidFill>
                <a:effectLst/>
                <a:uFillTx/>
                <a:latin typeface="Economica"/>
                <a:ea typeface="Economic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8375455-C2AC-40F7-A4C3-20263690AEAF}" type="slidenum">
              <a:rPr lang="uk" sz="1000" b="0" u="none" strike="noStrike">
                <a:solidFill>
                  <a:schemeClr val="dk1"/>
                </a:solidFill>
                <a:effectLst/>
                <a:uFillTx/>
                <a:latin typeface="Economica"/>
                <a:ea typeface="Economica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311760" y="316080"/>
            <a:ext cx="8519040" cy="829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4200" b="0" u="none" strike="noStrike">
                <a:solidFill>
                  <a:schemeClr val="dk1"/>
                </a:solidFill>
                <a:effectLst/>
                <a:uFillTx/>
                <a:latin typeface="Economica"/>
                <a:ea typeface="Economica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4200" b="0" u="none" strike="noStrike">
                <a:solidFill>
                  <a:schemeClr val="dk1"/>
                </a:solidFill>
                <a:effectLst/>
                <a:uFillTx/>
                <a:latin typeface="Economica"/>
                <a:ea typeface="Economica"/>
              </a:rPr>
              <a:t>Образец заголовка</a:t>
            </a:r>
            <a:endParaRPr lang="ru-RU" sz="4200" b="0" u="none" strike="noStrike">
              <a:solidFill>
                <a:schemeClr val="dk1"/>
              </a:solidFill>
              <a:effectLst/>
              <a:uFillTx/>
              <a:latin typeface="Economica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uk" sz="1000" b="0" u="none" strike="noStrike">
                <a:solidFill>
                  <a:schemeClr val="dk1"/>
                </a:solidFill>
                <a:effectLst/>
                <a:uFillTx/>
                <a:latin typeface="Economica"/>
                <a:ea typeface="Economic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C1C3419-C74E-4411-A6DC-76B0821BF0F4}" type="slidenum">
              <a:rPr lang="uk" sz="1000" b="0" u="none" strike="noStrike">
                <a:solidFill>
                  <a:schemeClr val="dk1"/>
                </a:solidFill>
                <a:effectLst/>
                <a:uFillTx/>
                <a:latin typeface="Economica"/>
                <a:ea typeface="Economica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311760" y="555480"/>
            <a:ext cx="2806560" cy="754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77500" lnSpcReduction="19999"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3000" b="0" u="none" strike="noStrike">
                <a:solidFill>
                  <a:schemeClr val="dk1"/>
                </a:solidFill>
                <a:effectLst/>
                <a:uFillTx/>
                <a:latin typeface="Economica"/>
                <a:ea typeface="Economica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3000" b="0" u="none" strike="noStrike">
                <a:solidFill>
                  <a:schemeClr val="dk1"/>
                </a:solidFill>
                <a:effectLst/>
                <a:uFillTx/>
                <a:latin typeface="Economica"/>
                <a:ea typeface="Economica"/>
              </a:rPr>
              <a:t>Образец заголовка</a:t>
            </a:r>
            <a:endParaRPr lang="ru-RU" sz="3000" b="0" u="none" strike="noStrike">
              <a:solidFill>
                <a:schemeClr val="dk1"/>
              </a:solidFill>
              <a:effectLst/>
              <a:uFillTx/>
              <a:latin typeface="Economica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311760" y="1399320"/>
            <a:ext cx="2806560" cy="2783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algn="l">
              <a:lnSpc>
                <a:spcPct val="115000"/>
              </a:lnSpc>
              <a:buClr>
                <a:srgbClr val="000000"/>
              </a:buClr>
              <a:buFont typeface="Open Sans"/>
              <a:buChar char="●"/>
              <a:defRPr lang="ru-RU" sz="1200" b="0" u="none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</a:defRPr>
            </a:lvl1pPr>
          </a:lstStyle>
          <a:p>
            <a:pPr marL="457200" indent="-304920" algn="l">
              <a:lnSpc>
                <a:spcPct val="115000"/>
              </a:lnSpc>
              <a:buClr>
                <a:srgbClr val="000000"/>
              </a:buClr>
              <a:buFont typeface="Open Sans"/>
              <a:buChar char="●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Образец текста</a:t>
            </a:r>
            <a:endParaRPr lang="ru-RU" sz="12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uk" sz="1000" b="0" u="none" strike="noStrike">
                <a:solidFill>
                  <a:schemeClr val="dk1"/>
                </a:solidFill>
                <a:effectLst/>
                <a:uFillTx/>
                <a:latin typeface="Economica"/>
                <a:ea typeface="Economic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ACFF2CA-F7B5-4E61-ADD1-9C4A5B16BF8D}" type="slidenum">
              <a:rPr lang="uk" sz="1000" b="0" u="none" strike="noStrike">
                <a:solidFill>
                  <a:schemeClr val="dk1"/>
                </a:solidFill>
                <a:effectLst/>
                <a:uFillTx/>
                <a:latin typeface="Economica"/>
                <a:ea typeface="Economica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38;p8"/>
          <p:cNvSpPr/>
          <p:nvPr/>
        </p:nvSpPr>
        <p:spPr>
          <a:xfrm>
            <a:off x="0" y="5045760"/>
            <a:ext cx="9142560" cy="964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8240" rIns="90000" bIns="4824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90320" y="450000"/>
            <a:ext cx="5877360" cy="4089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4800" b="0" u="none" strike="noStrike">
                <a:solidFill>
                  <a:schemeClr val="dk1"/>
                </a:solidFill>
                <a:effectLst/>
                <a:uFillTx/>
                <a:latin typeface="Economica"/>
                <a:ea typeface="Economica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4800" b="0" u="none" strike="noStrike">
                <a:solidFill>
                  <a:schemeClr val="dk1"/>
                </a:solidFill>
                <a:effectLst/>
                <a:uFillTx/>
                <a:latin typeface="Economica"/>
                <a:ea typeface="Economica"/>
              </a:rPr>
              <a:t>Образец заголовка</a:t>
            </a:r>
            <a:endParaRPr lang="ru-RU" sz="4800" b="0" u="none" strike="noStrike">
              <a:solidFill>
                <a:schemeClr val="dk1"/>
              </a:solidFill>
              <a:effectLst/>
              <a:uFillTx/>
              <a:latin typeface="Economica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uk" sz="1000" b="0" u="none" strike="noStrike">
                <a:solidFill>
                  <a:schemeClr val="dk1"/>
                </a:solidFill>
                <a:effectLst/>
                <a:uFillTx/>
                <a:latin typeface="Economica"/>
                <a:ea typeface="Economic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74CC30D-6F70-45B8-A76D-5FAB8C6C4198}" type="slidenum">
              <a:rPr lang="uk" sz="1000" b="0" u="none" strike="noStrike">
                <a:solidFill>
                  <a:schemeClr val="dk1"/>
                </a:solidFill>
                <a:effectLst/>
                <a:uFillTx/>
                <a:latin typeface="Economica"/>
                <a:ea typeface="Economica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42;p9"/>
          <p:cNvSpPr/>
          <p:nvPr/>
        </p:nvSpPr>
        <p:spPr>
          <a:xfrm>
            <a:off x="4572000" y="0"/>
            <a:ext cx="4570560" cy="51422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4" name="Google Shape;43;p9"/>
          <p:cNvCxnSpPr/>
          <p:nvPr/>
        </p:nvCxnSpPr>
        <p:spPr>
          <a:xfrm>
            <a:off x="5029560" y="4495320"/>
            <a:ext cx="469800" cy="1440"/>
          </a:xfrm>
          <a:prstGeom prst="straightConnector1">
            <a:avLst/>
          </a:prstGeom>
          <a:ln w="19050">
            <a:solidFill>
              <a:srgbClr val="FFFFFF"/>
            </a:solidFill>
            <a:round/>
          </a:ln>
        </p:spPr>
      </p:cxnSp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265680" y="929160"/>
            <a:ext cx="4043880" cy="1784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4200" b="0" u="none" strike="noStrike">
                <a:solidFill>
                  <a:schemeClr val="lt2"/>
                </a:solidFill>
                <a:effectLst/>
                <a:uFillTx/>
                <a:latin typeface="Economica"/>
                <a:ea typeface="Economica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4200" b="0" u="none" strike="noStrike">
                <a:solidFill>
                  <a:schemeClr val="lt2"/>
                </a:solidFill>
                <a:effectLst/>
                <a:uFillTx/>
                <a:latin typeface="Economica"/>
                <a:ea typeface="Economica"/>
              </a:rPr>
              <a:t>Образец заголовка</a:t>
            </a:r>
            <a:endParaRPr lang="ru-RU" sz="4200" b="0" u="none" strike="noStrike">
              <a:solidFill>
                <a:schemeClr val="lt2"/>
              </a:solidFill>
              <a:effectLst/>
              <a:uFillTx/>
              <a:latin typeface="Economica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4939560" y="724320"/>
            <a:ext cx="3835440" cy="3693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algn="l">
              <a:lnSpc>
                <a:spcPct val="115000"/>
              </a:lnSpc>
              <a:buClr>
                <a:srgbClr val="FFFFFF"/>
              </a:buClr>
              <a:buFont typeface="Open Sans"/>
              <a:buChar char="●"/>
              <a:defRPr lang="ru-RU" sz="1800" b="0" u="none" strike="noStrike">
                <a:solidFill>
                  <a:schemeClr val="lt1"/>
                </a:solidFill>
                <a:effectLst/>
                <a:uFillTx/>
                <a:latin typeface="Open Sans"/>
                <a:ea typeface="Open Sans"/>
              </a:defRPr>
            </a:lvl1pPr>
          </a:lstStyle>
          <a:p>
            <a:pPr marL="457200" indent="-343080" algn="l">
              <a:lnSpc>
                <a:spcPct val="115000"/>
              </a:lnSpc>
              <a:buClr>
                <a:srgbClr val="FFFFFF"/>
              </a:buClr>
              <a:buFont typeface="Open Sans"/>
              <a:buChar char="●"/>
            </a:pPr>
            <a:r>
              <a:rPr lang="ru-RU" sz="1800" b="0" u="none" strike="noStrike">
                <a:solidFill>
                  <a:schemeClr val="lt1"/>
                </a:solidFill>
                <a:effectLst/>
                <a:uFillTx/>
                <a:latin typeface="Open Sans"/>
                <a:ea typeface="Open Sans"/>
              </a:rPr>
              <a:t>Образец текста</a:t>
            </a:r>
            <a:endParaRPr lang="ru-RU" sz="1800" b="0" u="none" strike="noStrike">
              <a:solidFill>
                <a:schemeClr val="lt1"/>
              </a:solidFill>
              <a:effectLst/>
              <a:uFillTx/>
              <a:latin typeface="Open Sans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uk" sz="1000" b="0" u="none" strike="noStrike">
                <a:solidFill>
                  <a:schemeClr val="lt1"/>
                </a:solidFill>
                <a:effectLst/>
                <a:uFillTx/>
                <a:latin typeface="Economica"/>
                <a:ea typeface="Economic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C5B5C48-0F25-4F7B-AD0F-1813C60ABB39}" type="slidenum">
              <a:rPr lang="uk" sz="1000" b="0" u="none" strike="noStrike">
                <a:solidFill>
                  <a:schemeClr val="lt1"/>
                </a:solidFill>
                <a:effectLst/>
                <a:uFillTx/>
                <a:latin typeface="Economica"/>
                <a:ea typeface="Economica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body"/>
          </p:nvPr>
        </p:nvSpPr>
        <p:spPr>
          <a:xfrm>
            <a:off x="319680" y="4218840"/>
            <a:ext cx="5997240" cy="597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marL="457200" indent="-228600" algn="l">
              <a:lnSpc>
                <a:spcPct val="100000"/>
              </a:lnSpc>
              <a:buNone/>
              <a:tabLst>
                <a:tab pos="0" algn="l"/>
              </a:tabLst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Economica"/>
                <a:ea typeface="Economica"/>
              </a:defRPr>
            </a:lvl1pPr>
          </a:lstStyle>
          <a:p>
            <a:pPr marL="457200" indent="-22860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Economica"/>
                <a:ea typeface="Economica"/>
              </a:rPr>
              <a:t>Образец текста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Economica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uk" sz="1000" b="0" u="none" strike="noStrike">
                <a:solidFill>
                  <a:schemeClr val="dk1"/>
                </a:solidFill>
                <a:effectLst/>
                <a:uFillTx/>
                <a:latin typeface="Economica"/>
                <a:ea typeface="Economic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13A8C6F-81CA-4C36-A649-40180D9560A2}" type="slidenum">
              <a:rPr lang="uk" sz="1000" b="0" u="none" strike="noStrike">
                <a:solidFill>
                  <a:schemeClr val="dk1"/>
                </a:solidFill>
                <a:effectLst/>
                <a:uFillTx/>
                <a:latin typeface="Economica"/>
                <a:ea typeface="Economica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10;p2"/>
          <p:cNvSpPr/>
          <p:nvPr/>
        </p:nvSpPr>
        <p:spPr>
          <a:xfrm>
            <a:off x="2743920" y="756720"/>
            <a:ext cx="1080360" cy="1123560"/>
          </a:xfrm>
          <a:custGeom>
            <a:avLst/>
            <a:gdLst>
              <a:gd name="textAreaLeft" fmla="*/ 0 w 1080360"/>
              <a:gd name="textAreaRight" fmla="*/ 1081800 w 1080360"/>
              <a:gd name="textAreaTop" fmla="*/ 0 h 1123560"/>
              <a:gd name="textAreaBottom" fmla="*/ 1125000 h 1123560"/>
            </a:gdLst>
            <a:ahLst/>
            <a:cxnLst/>
            <a:rect l="textAreaLeft" t="textAreaTop" r="textAreaRight" b="textAreaBottom"/>
            <a:pathLst>
              <a:path w="43265" h="44998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>
            <a:solidFill>
              <a:srgbClr val="CCA677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Google Shape;11;p2"/>
          <p:cNvSpPr/>
          <p:nvPr/>
        </p:nvSpPr>
        <p:spPr>
          <a:xfrm rot="10800000">
            <a:off x="5319720" y="3268080"/>
            <a:ext cx="1080360" cy="1123560"/>
          </a:xfrm>
          <a:custGeom>
            <a:avLst/>
            <a:gdLst>
              <a:gd name="textAreaLeft" fmla="*/ 0 w 1080360"/>
              <a:gd name="textAreaRight" fmla="*/ 1081800 w 1080360"/>
              <a:gd name="textAreaTop" fmla="*/ 0 h 1123560"/>
              <a:gd name="textAreaBottom" fmla="*/ 1125000 h 1123560"/>
            </a:gdLst>
            <a:ahLst/>
            <a:cxnLst/>
            <a:rect l="textAreaLeft" t="textAreaTop" r="textAreaRight" b="textAreaBottom"/>
            <a:pathLst>
              <a:path w="43265" h="44998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>
            <a:solidFill>
              <a:srgbClr val="CCA677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3044880" y="1444320"/>
            <a:ext cx="3053160" cy="1535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4200" b="0" u="none" strike="noStrike">
                <a:solidFill>
                  <a:schemeClr val="dk1"/>
                </a:solidFill>
                <a:effectLst/>
                <a:uFillTx/>
                <a:latin typeface="Economica"/>
                <a:ea typeface="Economica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4200" b="0" u="none" strike="noStrike">
                <a:solidFill>
                  <a:schemeClr val="dk1"/>
                </a:solidFill>
                <a:effectLst/>
                <a:uFillTx/>
                <a:latin typeface="Economica"/>
                <a:ea typeface="Economica"/>
              </a:rPr>
              <a:t>Образец заголовка</a:t>
            </a:r>
            <a:endParaRPr lang="ru-RU" sz="4200" b="0" u="none" strike="noStrike">
              <a:solidFill>
                <a:schemeClr val="dk1"/>
              </a:solidFill>
              <a:effectLst/>
              <a:uFillTx/>
              <a:latin typeface="Economica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uk" sz="1000" b="0" u="none" strike="noStrike">
                <a:solidFill>
                  <a:schemeClr val="dk1"/>
                </a:solidFill>
                <a:effectLst/>
                <a:uFillTx/>
                <a:latin typeface="Economica"/>
                <a:ea typeface="Economic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3C475AD-984F-4B96-BF26-F135A5445257}" type="slidenum">
              <a:rPr lang="uk" sz="1000" b="0" u="none" strike="noStrike">
                <a:solidFill>
                  <a:schemeClr val="dk1"/>
                </a:solidFill>
                <a:effectLst/>
                <a:uFillTx/>
                <a:latin typeface="Economica"/>
                <a:ea typeface="Economica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160" cy="2981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52;p11"/>
          <p:cNvSpPr/>
          <p:nvPr/>
        </p:nvSpPr>
        <p:spPr>
          <a:xfrm>
            <a:off x="0" y="5045760"/>
            <a:ext cx="9142560" cy="964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8240" rIns="90000" bIns="4824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1"/>
          <p:cNvSpPr>
            <a:spLocks noGrp="1"/>
          </p:cNvSpPr>
          <p:nvPr>
            <p:ph type="title" hasCustomPrompt="1"/>
          </p:nvPr>
        </p:nvSpPr>
        <p:spPr>
          <a:xfrm>
            <a:off x="311760" y="957240"/>
            <a:ext cx="8519040" cy="2127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85000" lnSpcReduction="9999"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6000" b="0" u="none" strike="noStrike">
                <a:solidFill>
                  <a:schemeClr val="lt2"/>
                </a:solidFill>
                <a:effectLst/>
                <a:uFillTx/>
                <a:latin typeface="Economica"/>
                <a:ea typeface="Economica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0" b="0" u="none" strike="noStrike">
                <a:solidFill>
                  <a:schemeClr val="lt2"/>
                </a:solidFill>
                <a:effectLst/>
                <a:uFillTx/>
                <a:latin typeface="Economica"/>
                <a:ea typeface="Economica"/>
              </a:rPr>
              <a:t>xx%</a:t>
            </a:r>
            <a:endParaRPr lang="en-US" sz="16000" b="0" u="none" strike="noStrike">
              <a:solidFill>
                <a:schemeClr val="lt2"/>
              </a:solidFill>
              <a:effectLst/>
              <a:uFillTx/>
              <a:latin typeface="Economica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311760" y="3161880"/>
            <a:ext cx="8519040" cy="1070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algn="ctr">
              <a:lnSpc>
                <a:spcPct val="115000"/>
              </a:lnSpc>
              <a:buClr>
                <a:srgbClr val="000000"/>
              </a:buClr>
              <a:buFont typeface="Open Sans"/>
              <a:buChar char="●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</a:defRPr>
            </a:lvl1pPr>
          </a:lstStyle>
          <a:p>
            <a:pPr marL="457200" indent="-343080" algn="ctr">
              <a:lnSpc>
                <a:spcPct val="115000"/>
              </a:lnSpc>
              <a:buClr>
                <a:srgbClr val="000000"/>
              </a:buClr>
              <a:buFont typeface="Open Sans"/>
              <a:buChar char="●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Образец текста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uk" sz="1000" b="0" u="none" strike="noStrike">
                <a:solidFill>
                  <a:schemeClr val="dk1"/>
                </a:solidFill>
                <a:effectLst/>
                <a:uFillTx/>
                <a:latin typeface="Economica"/>
                <a:ea typeface="Economic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696B247-AA45-44EF-BFCF-829CC26C68B7}" type="slidenum">
              <a:rPr lang="uk" sz="1000" b="0" u="none" strike="noStrike">
                <a:solidFill>
                  <a:schemeClr val="dk1"/>
                </a:solidFill>
                <a:effectLst/>
                <a:uFillTx/>
                <a:latin typeface="Economica"/>
                <a:ea typeface="Economica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0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3.png"/><Relationship Id="rId3" Type="http://schemas.openxmlformats.org/officeDocument/2006/relationships/slideLayout" Target="../slideLayouts/slideLayout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slideLayout" Target="../slideLayouts/slideLayout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2879640" y="500760"/>
            <a:ext cx="3656520" cy="2952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uk" sz="2200" b="0" u="none" strike="noStrike">
                <a:solidFill>
                  <a:schemeClr val="dk1"/>
                </a:solidFill>
                <a:effectLst/>
                <a:uFillTx/>
                <a:latin typeface="Economica"/>
                <a:ea typeface="Economica"/>
              </a:rPr>
              <a:t>Програмна система DripRate для публікації, оцінювання та обговорення</a:t>
            </a:r>
            <a:r>
              <a:rPr lang="uk" sz="2200" b="0" u="none" strike="noStrike">
                <a:solidFill>
                  <a:schemeClr val="dk1"/>
                </a:solidFill>
                <a:effectLst/>
                <a:uFillTx/>
                <a:latin typeface="Economica"/>
                <a:ea typeface="Economica"/>
              </a:rPr>
              <a:t>	</a:t>
            </a:r>
            <a:br>
              <a:rPr sz="2200"/>
            </a:br>
            <a:r>
              <a:rPr lang="uk" sz="2200" b="0" u="none" strike="noStrike">
                <a:solidFill>
                  <a:schemeClr val="dk1"/>
                </a:solidFill>
                <a:effectLst/>
                <a:uFillTx/>
                <a:latin typeface="Economica"/>
                <a:ea typeface="Economica"/>
              </a:rPr>
              <a:t>образів одягу.  Backend-частина</a:t>
            </a:r>
            <a:endParaRPr lang="ru-RU" sz="2200" b="0" u="none" strike="noStrike">
              <a:solidFill>
                <a:schemeClr val="dk1"/>
              </a:solidFill>
              <a:effectLst/>
              <a:uFillTx/>
              <a:latin typeface="Economic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ubTitle"/>
          </p:nvPr>
        </p:nvSpPr>
        <p:spPr>
          <a:xfrm>
            <a:off x="1948320" y="3657600"/>
            <a:ext cx="6280200" cy="1531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32500" lnSpcReduction="19999"/>
          </a:bodyPr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uk" sz="2100" b="0" u="none" strike="noStrike">
                <a:solidFill>
                  <a:schemeClr val="dk1"/>
                </a:solidFill>
                <a:effectLst/>
                <a:uFillTx/>
                <a:latin typeface="Economica"/>
                <a:ea typeface="Economica"/>
              </a:rPr>
              <a:t>Солоха Данило Євгенович ПЗПІ-23-10 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uk" sz="2100" b="0" u="none" strike="noStrike">
                <a:solidFill>
                  <a:schemeClr val="dk1"/>
                </a:solidFill>
                <a:effectLst/>
                <a:uFillTx/>
                <a:latin typeface="Economica"/>
                <a:ea typeface="Economica"/>
              </a:rPr>
              <a:t>Керівник: ст. викл. кафедри ПІ Костянтин Георгійович Онищенко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uk" sz="2100" b="0" u="none" strike="noStrike">
                <a:solidFill>
                  <a:srgbClr val="000000"/>
                </a:solidFill>
                <a:effectLst/>
                <a:uFillTx/>
                <a:latin typeface="Economica"/>
                <a:ea typeface="Economica"/>
              </a:rPr>
              <a:t>10 </a:t>
            </a:r>
            <a:r>
              <a:rPr lang="uk" sz="2100" b="0" u="none" strike="noStrike">
                <a:solidFill>
                  <a:schemeClr val="dk1"/>
                </a:solidFill>
                <a:effectLst/>
                <a:uFillTx/>
                <a:latin typeface="Economica"/>
                <a:ea typeface="Economica"/>
              </a:rPr>
              <a:t>червня 2026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1" name="Google Shape;64;p13"/>
          <p:cNvPicPr/>
          <p:nvPr/>
        </p:nvPicPr>
        <p:blipFill>
          <a:blip r:embed="rId1"/>
          <a:stretch/>
        </p:blipFill>
        <p:spPr>
          <a:xfrm>
            <a:off x="268920" y="4359600"/>
            <a:ext cx="860760" cy="580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2" name="Google Shape;65;p13"/>
          <p:cNvPicPr/>
          <p:nvPr/>
        </p:nvPicPr>
        <p:blipFill>
          <a:blip r:embed="rId2"/>
          <a:stretch/>
        </p:blipFill>
        <p:spPr>
          <a:xfrm>
            <a:off x="204840" y="171000"/>
            <a:ext cx="2132640" cy="388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" name="Google Shape;66;p13"/>
          <p:cNvPicPr/>
          <p:nvPr/>
        </p:nvPicPr>
        <p:blipFill>
          <a:blip r:embed="rId3"/>
          <a:stretch/>
        </p:blipFill>
        <p:spPr>
          <a:xfrm>
            <a:off x="7068600" y="171000"/>
            <a:ext cx="1923480" cy="4377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311760" y="0"/>
            <a:ext cx="8519040" cy="829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uk" sz="3200" b="0" u="none" strike="noStrike">
                <a:solidFill>
                  <a:schemeClr val="dk1"/>
                </a:solidFill>
                <a:effectLst/>
                <a:uFillTx/>
                <a:latin typeface="Economica"/>
                <a:ea typeface="Economica"/>
              </a:rPr>
              <a:t>Мета роботи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Economica"/>
            </a:endParaRPr>
          </a:p>
        </p:txBody>
      </p:sp>
      <p:pic>
        <p:nvPicPr>
          <p:cNvPr id="45" name="Google Shape;73;p14"/>
          <p:cNvPicPr/>
          <p:nvPr/>
        </p:nvPicPr>
        <p:blipFill>
          <a:blip r:embed="rId1"/>
          <a:stretch/>
        </p:blipFill>
        <p:spPr>
          <a:xfrm>
            <a:off x="268920" y="4359600"/>
            <a:ext cx="860760" cy="580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" name="TextBox 1"/>
          <p:cNvSpPr/>
          <p:nvPr/>
        </p:nvSpPr>
        <p:spPr>
          <a:xfrm>
            <a:off x="8778240" y="4606200"/>
            <a:ext cx="2790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fld id="{11F14FE1-5799-4128-9BF1-B25C6722FBE7}" type="slidenum">
              <a:rPr lang="uk-UA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"/>
          <p:cNvSpPr/>
          <p:nvPr/>
        </p:nvSpPr>
        <p:spPr>
          <a:xfrm>
            <a:off x="465120" y="1600200"/>
            <a:ext cx="7992360" cy="234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Мета: Створення серверної інфраструктури, що об'єднує функції управління цифровим гардеробом із соціальною взаємодією.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Ключові можливості: Оцифрування гардероба, публікація образів, числове оцінювання, ігрові механіки взаємодії.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311760" y="-124920"/>
            <a:ext cx="8519040" cy="829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85000" lnSpcReduction="9999"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uk" sz="3200" b="0" u="none" strike="noStrike">
                <a:solidFill>
                  <a:schemeClr val="dk1"/>
                </a:solidFill>
                <a:effectLst/>
                <a:uFillTx/>
                <a:latin typeface="Economica"/>
                <a:ea typeface="Economica"/>
              </a:rPr>
              <a:t>Аналіз проблеми (аналіз існуючих рішень) 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Economica"/>
            </a:endParaRPr>
          </a:p>
        </p:txBody>
      </p:sp>
      <p:pic>
        <p:nvPicPr>
          <p:cNvPr id="49" name="Google Shape;80;p15"/>
          <p:cNvPicPr/>
          <p:nvPr/>
        </p:nvPicPr>
        <p:blipFill>
          <a:blip r:embed="rId1"/>
          <a:stretch/>
        </p:blipFill>
        <p:spPr>
          <a:xfrm>
            <a:off x="268920" y="4359600"/>
            <a:ext cx="860760" cy="580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" name="TextBox 1"/>
          <p:cNvSpPr/>
          <p:nvPr/>
        </p:nvSpPr>
        <p:spPr>
          <a:xfrm>
            <a:off x="8778240" y="4606200"/>
            <a:ext cx="28260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fld id="{323AABB2-74BA-4319-8021-F1EA21DA773E}" type="slidenum">
              <a:rPr lang="uk-UA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1" name=""/>
          <p:cNvPicPr/>
          <p:nvPr/>
        </p:nvPicPr>
        <p:blipFill>
          <a:blip r:embed="rId2"/>
          <a:stretch/>
        </p:blipFill>
        <p:spPr>
          <a:xfrm>
            <a:off x="4114800" y="914400"/>
            <a:ext cx="4876920" cy="3484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" name=""/>
          <p:cNvSpPr/>
          <p:nvPr/>
        </p:nvSpPr>
        <p:spPr>
          <a:xfrm>
            <a:off x="228600" y="1209600"/>
            <a:ext cx="3885480" cy="317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Проблеми поточних мереж: Розрив між образом та його складовими, відсутність об'єктивного зворотного зв'язку, алгоритмічна диктатура, що приховує нових авторів.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Аналоги: Instagram, Pinterest, Whering.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Рішення DripRate: Прив'язка речей до публікацій, прозорі хронологічні стрічки.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311760" y="-186120"/>
            <a:ext cx="8519040" cy="829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uk" sz="3200" b="0" u="none" strike="noStrike">
                <a:solidFill>
                  <a:schemeClr val="dk1"/>
                </a:solidFill>
                <a:effectLst/>
                <a:uFillTx/>
                <a:latin typeface="Economica"/>
                <a:ea typeface="Economica"/>
              </a:rPr>
              <a:t>Постановка задачі та опис системи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Economica"/>
            </a:endParaRPr>
          </a:p>
        </p:txBody>
      </p:sp>
      <p:pic>
        <p:nvPicPr>
          <p:cNvPr id="54" name="Google Shape;87;p16"/>
          <p:cNvPicPr/>
          <p:nvPr/>
        </p:nvPicPr>
        <p:blipFill>
          <a:blip r:embed="rId1"/>
          <a:stretch/>
        </p:blipFill>
        <p:spPr>
          <a:xfrm>
            <a:off x="268920" y="4359600"/>
            <a:ext cx="860760" cy="580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" name="TextBox 1"/>
          <p:cNvSpPr/>
          <p:nvPr/>
        </p:nvSpPr>
        <p:spPr>
          <a:xfrm>
            <a:off x="8778240" y="4606200"/>
            <a:ext cx="28260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fld id="{7EBCAB45-DE24-4217-A871-7F9F8E816264}" type="slidenum">
              <a:rPr lang="uk-UA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4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"/>
          <p:cNvSpPr/>
          <p:nvPr/>
        </p:nvSpPr>
        <p:spPr>
          <a:xfrm>
            <a:off x="914400" y="1419120"/>
            <a:ext cx="7543080" cy="290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Створення REST API.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Проєктування реляційної бази даних.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Реалізація бізнес-логіки: профілі, цифровий гардероб, створення публікацій і колекцій, стрічки та пошук, багатокритеріальні оцінки, коментарі, ігрові механіки, реклама, система скарг (репортів).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311760" y="-148320"/>
            <a:ext cx="8519040" cy="829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uk" sz="3200" b="0" u="none" strike="noStrike">
                <a:solidFill>
                  <a:schemeClr val="dk1"/>
                </a:solidFill>
                <a:effectLst/>
                <a:uFillTx/>
                <a:latin typeface="Economica"/>
                <a:ea typeface="Economica"/>
              </a:rPr>
              <a:t>Вибір технологій розробки 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Economica"/>
            </a:endParaRPr>
          </a:p>
        </p:txBody>
      </p:sp>
      <p:pic>
        <p:nvPicPr>
          <p:cNvPr id="58" name="Google Shape;94;p17"/>
          <p:cNvPicPr/>
          <p:nvPr/>
        </p:nvPicPr>
        <p:blipFill>
          <a:blip r:embed="rId1"/>
          <a:stretch/>
        </p:blipFill>
        <p:spPr>
          <a:xfrm>
            <a:off x="268920" y="4359600"/>
            <a:ext cx="860760" cy="580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" name="TextBox 1"/>
          <p:cNvSpPr/>
          <p:nvPr/>
        </p:nvSpPr>
        <p:spPr>
          <a:xfrm>
            <a:off x="8778240" y="4606200"/>
            <a:ext cx="28260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fld id="{469E1170-DC2C-4FE5-8446-9C88C1148C39}" type="slidenum">
              <a:rPr lang="uk-UA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5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0" name=""/>
          <p:cNvPicPr/>
          <p:nvPr/>
        </p:nvPicPr>
        <p:blipFill>
          <a:blip r:embed="rId2"/>
          <a:srcRect l="24997" t="0" r="29999" b="0"/>
          <a:stretch/>
        </p:blipFill>
        <p:spPr>
          <a:xfrm>
            <a:off x="7075440" y="1371600"/>
            <a:ext cx="1382040" cy="1370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1" name=""/>
          <p:cNvPicPr/>
          <p:nvPr/>
        </p:nvPicPr>
        <p:blipFill>
          <a:blip r:embed="rId3"/>
          <a:stretch/>
        </p:blipFill>
        <p:spPr>
          <a:xfrm>
            <a:off x="5970240" y="3071160"/>
            <a:ext cx="1572840" cy="1271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2" name=""/>
          <p:cNvPicPr/>
          <p:nvPr/>
        </p:nvPicPr>
        <p:blipFill>
          <a:blip r:embed="rId4"/>
          <a:srcRect l="20571" t="17642" r="17659" b="20588"/>
          <a:stretch/>
        </p:blipFill>
        <p:spPr>
          <a:xfrm>
            <a:off x="5258160" y="1143000"/>
            <a:ext cx="1599120" cy="1599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" name=""/>
          <p:cNvSpPr/>
          <p:nvPr/>
        </p:nvSpPr>
        <p:spPr>
          <a:xfrm>
            <a:off x="457200" y="1454400"/>
            <a:ext cx="4028040" cy="220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Бекенд: C# 14, ASP.NET Core 10, Entity Framework Core 10, MediatR, MS SQL Server.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Інфраструктура: Docker, Azure Blob Storage.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268920" y="349560"/>
            <a:ext cx="8519040" cy="829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uk" sz="3200" b="0" u="none" strike="noStrike">
                <a:solidFill>
                  <a:schemeClr val="dk1"/>
                </a:solidFill>
                <a:effectLst/>
                <a:uFillTx/>
                <a:latin typeface="Economica"/>
                <a:ea typeface="Economica"/>
              </a:rPr>
              <a:t>Архітектура створенного програмного забезпечення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Economica"/>
            </a:endParaRPr>
          </a:p>
        </p:txBody>
      </p:sp>
      <p:pic>
        <p:nvPicPr>
          <p:cNvPr id="65" name="Google Shape;101;p18"/>
          <p:cNvPicPr/>
          <p:nvPr/>
        </p:nvPicPr>
        <p:blipFill>
          <a:blip r:embed="rId1"/>
          <a:stretch/>
        </p:blipFill>
        <p:spPr>
          <a:xfrm>
            <a:off x="268920" y="4359600"/>
            <a:ext cx="860760" cy="580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" name="TextBox 1"/>
          <p:cNvSpPr/>
          <p:nvPr/>
        </p:nvSpPr>
        <p:spPr>
          <a:xfrm>
            <a:off x="8778240" y="4606200"/>
            <a:ext cx="28260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fld id="{04D4EF26-7232-460F-8F0B-2BA741A3D614}" type="slidenum">
              <a:rPr lang="uk-UA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5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"/>
          <p:cNvSpPr/>
          <p:nvPr/>
        </p:nvSpPr>
        <p:spPr>
          <a:xfrm>
            <a:off x="268920" y="1322640"/>
            <a:ext cx="4302360" cy="347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Схема Clean Architecture: Шари Domain, Application, Infrastructure, API.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Паттерн: CQRS (Command Query Responsibility Segregation).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Ізоляція бізнес-логіки від бази даних та фреймворків.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8" name=""/>
          <p:cNvPicPr/>
          <p:nvPr/>
        </p:nvPicPr>
        <p:blipFill>
          <a:blip r:embed="rId2"/>
          <a:stretch/>
        </p:blipFill>
        <p:spPr>
          <a:xfrm>
            <a:off x="4572000" y="1591560"/>
            <a:ext cx="4004280" cy="2293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167040" y="0"/>
            <a:ext cx="8519040" cy="829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uk" sz="3200" b="0" u="none" strike="noStrike">
                <a:solidFill>
                  <a:schemeClr val="dk1"/>
                </a:solidFill>
                <a:effectLst/>
                <a:uFillTx/>
                <a:latin typeface="Economica"/>
                <a:ea typeface="Economica"/>
              </a:rPr>
              <a:t>Проєктування бази даних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Economica"/>
            </a:endParaRPr>
          </a:p>
        </p:txBody>
      </p:sp>
      <p:pic>
        <p:nvPicPr>
          <p:cNvPr id="70" name="Google Shape;108;p19"/>
          <p:cNvPicPr/>
          <p:nvPr/>
        </p:nvPicPr>
        <p:blipFill>
          <a:blip r:embed="rId1"/>
          <a:stretch/>
        </p:blipFill>
        <p:spPr>
          <a:xfrm>
            <a:off x="268920" y="4359600"/>
            <a:ext cx="860760" cy="580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" name="TextBox 1"/>
          <p:cNvSpPr/>
          <p:nvPr/>
        </p:nvSpPr>
        <p:spPr>
          <a:xfrm>
            <a:off x="8778240" y="4606200"/>
            <a:ext cx="28260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fld id="{EB701ADB-6E06-4925-A6EA-80E6C6DFF2C0}" type="slidenum">
              <a:rPr lang="uk-UA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5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2" name=""/>
          <p:cNvPicPr/>
          <p:nvPr/>
        </p:nvPicPr>
        <p:blipFill>
          <a:blip r:embed="rId2"/>
          <a:stretch/>
        </p:blipFill>
        <p:spPr>
          <a:xfrm>
            <a:off x="3200400" y="1828800"/>
            <a:ext cx="5417640" cy="1941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3" name=""/>
          <p:cNvPicPr/>
          <p:nvPr/>
        </p:nvPicPr>
        <p:blipFill>
          <a:blip r:embed="rId3"/>
          <a:stretch/>
        </p:blipFill>
        <p:spPr>
          <a:xfrm>
            <a:off x="1143000" y="1159200"/>
            <a:ext cx="1835280" cy="3199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167040" y="541080"/>
            <a:ext cx="8519040" cy="829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uk" sz="3200" b="0" u="none" strike="noStrike">
                <a:solidFill>
                  <a:schemeClr val="dk1"/>
                </a:solidFill>
                <a:effectLst/>
                <a:uFillTx/>
                <a:latin typeface="Economica"/>
                <a:ea typeface="Economica"/>
              </a:rPr>
              <a:t>Реалізація бізнес-логіки</a:t>
            </a:r>
            <a:br>
              <a:rPr sz="3200"/>
            </a:br>
            <a:r>
              <a:rPr lang="uk" sz="3200" b="0" u="none" strike="noStrike">
                <a:solidFill>
                  <a:schemeClr val="dk1"/>
                </a:solidFill>
                <a:effectLst/>
                <a:uFillTx/>
                <a:latin typeface="Economica"/>
                <a:ea typeface="Economica"/>
              </a:rPr>
              <a:t>(глобальна стрічка)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Economica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311760" y="1477080"/>
            <a:ext cx="8519040" cy="3352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p>
            <a:pPr indent="0" algn="l">
              <a:lnSpc>
                <a:spcPct val="115000"/>
              </a:lnSpc>
              <a:spcBef>
                <a:spcPts val="1500"/>
              </a:spcBef>
              <a:buNone/>
              <a:tabLst>
                <a:tab pos="0" algn="l"/>
              </a:tabLst>
            </a:pPr>
            <a:r>
              <a:rPr lang="uk" sz="1800" b="0" u="none" strike="noStrike">
                <a:solidFill>
                  <a:srgbClr val="0D0D0D"/>
                </a:solidFill>
                <a:effectLst/>
                <a:highlight>
                  <a:srgbClr val="FFFFFF"/>
                </a:highlight>
                <a:uFillTx/>
                <a:latin typeface="Open Sans"/>
                <a:ea typeface="Open Sans"/>
              </a:rPr>
              <a:t>Опис процесу розробки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  <a:p>
            <a:pPr indent="0" algn="l">
              <a:lnSpc>
                <a:spcPct val="115000"/>
              </a:lnSpc>
              <a:spcBef>
                <a:spcPts val="1500"/>
              </a:spcBef>
              <a:buNone/>
              <a:tabLst>
                <a:tab pos="0" algn="l"/>
              </a:tabLst>
            </a:pPr>
            <a:r>
              <a:rPr lang="uk" sz="1800" b="0" u="none" strike="noStrike">
                <a:solidFill>
                  <a:srgbClr val="0D0D0D"/>
                </a:solidFill>
                <a:effectLst/>
                <a:highlight>
                  <a:srgbClr val="FFFFFF"/>
                </a:highlight>
                <a:uFillTx/>
                <a:latin typeface="Open Sans"/>
                <a:ea typeface="Open Sans"/>
              </a:rPr>
              <a:t>Вибрані мови програмування та фреймворки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  <a:p>
            <a:pPr indent="0" algn="l">
              <a:lnSpc>
                <a:spcPct val="115000"/>
              </a:lnSpc>
              <a:spcBef>
                <a:spcPts val="1500"/>
              </a:spcBef>
              <a:spcAft>
                <a:spcPts val="1199"/>
              </a:spcAft>
              <a:buNone/>
              <a:tabLst>
                <a:tab pos="0" algn="l"/>
              </a:tabLs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</p:txBody>
      </p:sp>
      <p:pic>
        <p:nvPicPr>
          <p:cNvPr id="76" name="Google Shape;108;p 1"/>
          <p:cNvPicPr/>
          <p:nvPr/>
        </p:nvPicPr>
        <p:blipFill>
          <a:blip r:embed="rId1"/>
          <a:stretch/>
        </p:blipFill>
        <p:spPr>
          <a:xfrm>
            <a:off x="268920" y="4359600"/>
            <a:ext cx="860760" cy="580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TextBox 2"/>
          <p:cNvSpPr/>
          <p:nvPr/>
        </p:nvSpPr>
        <p:spPr>
          <a:xfrm>
            <a:off x="8778240" y="4606200"/>
            <a:ext cx="2790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fld id="{061A3940-E0FF-456C-A902-D91E807BAC66}" type="slidenum">
              <a:rPr lang="uk-UA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8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8" name=""/>
          <p:cNvPicPr/>
          <p:nvPr/>
        </p:nvPicPr>
        <p:blipFill>
          <a:blip r:embed="rId2"/>
          <a:stretch/>
        </p:blipFill>
        <p:spPr>
          <a:xfrm>
            <a:off x="311760" y="1600200"/>
            <a:ext cx="4781880" cy="2401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9" name=""/>
          <p:cNvPicPr/>
          <p:nvPr/>
        </p:nvPicPr>
        <p:blipFill>
          <a:blip r:embed="rId3"/>
          <a:stretch/>
        </p:blipFill>
        <p:spPr>
          <a:xfrm>
            <a:off x="5715000" y="228600"/>
            <a:ext cx="2885400" cy="4685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311760" y="-92160"/>
            <a:ext cx="8519040" cy="829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uk" sz="3200" b="0" u="none" strike="noStrike">
                <a:solidFill>
                  <a:schemeClr val="dk1"/>
                </a:solidFill>
                <a:effectLst/>
                <a:uFillTx/>
                <a:latin typeface="Economica"/>
                <a:ea typeface="Economica"/>
              </a:rPr>
              <a:t>Інтерфейс взаємодії (API)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Economica"/>
            </a:endParaRPr>
          </a:p>
        </p:txBody>
      </p:sp>
      <p:pic>
        <p:nvPicPr>
          <p:cNvPr id="81" name="Google Shape;115;p20"/>
          <p:cNvPicPr/>
          <p:nvPr/>
        </p:nvPicPr>
        <p:blipFill>
          <a:blip r:embed="rId1"/>
          <a:stretch/>
        </p:blipFill>
        <p:spPr>
          <a:xfrm>
            <a:off x="268920" y="4359600"/>
            <a:ext cx="860760" cy="580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" name="TextBox 1"/>
          <p:cNvSpPr/>
          <p:nvPr/>
        </p:nvSpPr>
        <p:spPr>
          <a:xfrm>
            <a:off x="8778240" y="4606200"/>
            <a:ext cx="28260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fld id="{0C0F0402-3D12-4A07-B2D8-7DFA26238611}" type="slidenum">
              <a:rPr lang="uk-UA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9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"/>
          <p:cNvSpPr/>
          <p:nvPr/>
        </p:nvSpPr>
        <p:spPr>
          <a:xfrm>
            <a:off x="457200" y="1770120"/>
            <a:ext cx="4028760" cy="234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Автоматична генерація OpenAPI документації.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Безсесійна JWT-авторизація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Swagger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4" name=""/>
          <p:cNvPicPr/>
          <p:nvPr/>
        </p:nvPicPr>
        <p:blipFill>
          <a:blip r:embed="rId2"/>
          <a:srcRect l="49997" t="6350" r="0" b="0"/>
          <a:stretch/>
        </p:blipFill>
        <p:spPr>
          <a:xfrm>
            <a:off x="4572000" y="990360"/>
            <a:ext cx="4030200" cy="3580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268920" y="-153000"/>
            <a:ext cx="8519040" cy="829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uk" sz="3200" b="0" u="none" strike="noStrike">
                <a:solidFill>
                  <a:schemeClr val="dk1"/>
                </a:solidFill>
                <a:effectLst/>
                <a:uFillTx/>
                <a:latin typeface="Economica"/>
                <a:ea typeface="Economica"/>
              </a:rPr>
              <a:t>Розгортання системи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Economica"/>
            </a:endParaRPr>
          </a:p>
        </p:txBody>
      </p:sp>
      <p:pic>
        <p:nvPicPr>
          <p:cNvPr id="86" name="Google Shape;122;p21"/>
          <p:cNvPicPr/>
          <p:nvPr/>
        </p:nvPicPr>
        <p:blipFill>
          <a:blip r:embed="rId1"/>
          <a:stretch/>
        </p:blipFill>
        <p:spPr>
          <a:xfrm>
            <a:off x="268920" y="4359600"/>
            <a:ext cx="860760" cy="580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7" name="TextBox 1"/>
          <p:cNvSpPr/>
          <p:nvPr/>
        </p:nvSpPr>
        <p:spPr>
          <a:xfrm>
            <a:off x="8778240" y="4606200"/>
            <a:ext cx="3776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fld id="{C164B5FF-9347-4165-BBA6-78AB5CF6D3A8}" type="slidenum">
              <a:rPr lang="uk-UA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10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"/>
          <p:cNvSpPr/>
          <p:nvPr/>
        </p:nvSpPr>
        <p:spPr>
          <a:xfrm>
            <a:off x="457200" y="1666800"/>
            <a:ext cx="5257080" cy="290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API: розгорнуто на платформі Heroku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База даних: хмарна Azure SQL.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Сховище медіа: Azure Blob Storage.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9" name=""/>
          <p:cNvPicPr/>
          <p:nvPr/>
        </p:nvPicPr>
        <p:blipFill>
          <a:blip r:embed="rId2"/>
          <a:stretch/>
        </p:blipFill>
        <p:spPr>
          <a:xfrm>
            <a:off x="5158080" y="1043280"/>
            <a:ext cx="1927800" cy="1927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0" name=""/>
          <p:cNvPicPr/>
          <p:nvPr/>
        </p:nvPicPr>
        <p:blipFill>
          <a:blip r:embed="rId3"/>
          <a:srcRect l="34991" t="17856" r="35003" b="19053"/>
          <a:stretch/>
        </p:blipFill>
        <p:spPr>
          <a:xfrm>
            <a:off x="7086600" y="2223360"/>
            <a:ext cx="1828080" cy="2018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268920" y="-143640"/>
            <a:ext cx="8519040" cy="829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p>
            <a:pPr indent="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uk" sz="3200" b="0" u="none" strike="noStrike">
                <a:solidFill>
                  <a:schemeClr val="dk1"/>
                </a:solidFill>
                <a:effectLst/>
                <a:uFillTx/>
                <a:latin typeface="Economica"/>
                <a:ea typeface="Economica"/>
              </a:rPr>
              <a:t>Аналіз результатів 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Economica"/>
            </a:endParaRPr>
          </a:p>
        </p:txBody>
      </p:sp>
      <p:pic>
        <p:nvPicPr>
          <p:cNvPr id="92" name="Google Shape;129;p22"/>
          <p:cNvPicPr/>
          <p:nvPr/>
        </p:nvPicPr>
        <p:blipFill>
          <a:blip r:embed="rId1"/>
          <a:stretch/>
        </p:blipFill>
        <p:spPr>
          <a:xfrm>
            <a:off x="268920" y="4359600"/>
            <a:ext cx="860760" cy="580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3" name="TextBox 1"/>
          <p:cNvSpPr/>
          <p:nvPr/>
        </p:nvSpPr>
        <p:spPr>
          <a:xfrm>
            <a:off x="8778240" y="4606200"/>
            <a:ext cx="3776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fld id="{50BCDAA7-6B89-49E6-82DD-6A5A751B4EA0}" type="slidenum">
              <a:rPr lang="uk-UA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"/>
          <p:cNvSpPr/>
          <p:nvPr/>
        </p:nvSpPr>
        <p:spPr>
          <a:xfrm>
            <a:off x="514440" y="1154880"/>
            <a:ext cx="7485840" cy="318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Оцінка якості: Безпека (Identity, JWT), підтримуваність (Clean Architecture).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Аналіз ефективності: Оптимізація пам'яті (CQRS + AsNoTracking).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Виявлені обмеження: Відсутність стиснення зображень, потреба в кешуванні (Redis), накопичення м'яко-видалених записів.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311760" y="-35280"/>
            <a:ext cx="8519040" cy="829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uk" sz="3200" b="0" u="none" strike="noStrike">
                <a:solidFill>
                  <a:schemeClr val="dk1"/>
                </a:solidFill>
                <a:effectLst/>
                <a:uFillTx/>
                <a:latin typeface="Economica"/>
                <a:ea typeface="Economica"/>
              </a:rPr>
              <a:t>Підсумки 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Economica"/>
            </a:endParaRPr>
          </a:p>
        </p:txBody>
      </p:sp>
      <p:pic>
        <p:nvPicPr>
          <p:cNvPr id="96" name="Google Shape;143;p24"/>
          <p:cNvPicPr/>
          <p:nvPr/>
        </p:nvPicPr>
        <p:blipFill>
          <a:blip r:embed="rId1"/>
          <a:stretch/>
        </p:blipFill>
        <p:spPr>
          <a:xfrm>
            <a:off x="268920" y="4359600"/>
            <a:ext cx="860760" cy="580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7" name="TextBox 1"/>
          <p:cNvSpPr/>
          <p:nvPr/>
        </p:nvSpPr>
        <p:spPr>
          <a:xfrm>
            <a:off x="8778240" y="4606200"/>
            <a:ext cx="3650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fld id="{04758CCD-E633-40D9-B272-D43568BAABE5}" type="slidenum">
              <a:rPr lang="uk-UA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"/>
          <p:cNvSpPr/>
          <p:nvPr/>
        </p:nvSpPr>
        <p:spPr>
          <a:xfrm>
            <a:off x="630720" y="1371600"/>
            <a:ext cx="8283960" cy="431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Вирішено всі поставлені теоретичні та практичні завдання.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Створено повноцінний програмний продукт (серверна частина).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Застосовано принципи Clean Architecture та CQRS.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Реалізовано оптимізовані алгоритмічні рішення.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Шаблон презентації кваліфікаційної роботи магістрів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1783</TotalTime>
  <Application>LibreOffice/26.2.1.2$Linux_X86_64 LibreOffice_project/8399f6259d8c87f40e7255cdb3c9b958f5e08948</Application>
  <AppVersion>15.0000</AppVersion>
  <Words>162</Words>
  <Paragraphs>56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2026-06-06T14:44:47Z</dcterms:created>
  <dc:creator/>
  <dc:description/>
  <dc:language>en-US</dc:language>
  <cp:lastModifiedBy/>
  <dcterms:modified xsi:type="dcterms:W3CDTF">2026-06-11T02:33:50Z</dcterms:modified>
  <cp:revision>12</cp:revision>
  <dc:subject/>
  <dc:title>Тема роботи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13</vt:i4>
  </property>
  <property fmtid="{D5CDD505-2E9C-101B-9397-08002B2CF9AE}" pid="3" name="PresentationFormat">
    <vt:lpwstr>Экран (16:9)</vt:lpwstr>
  </property>
  <property fmtid="{D5CDD505-2E9C-101B-9397-08002B2CF9AE}" pid="4" name="Slides">
    <vt:i4>13</vt:i4>
  </property>
</Properties>
</file>